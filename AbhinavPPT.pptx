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63" r:id="rId10"/>
    <p:sldId id="261" r:id="rId11"/>
    <p:sldId id="26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41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.inspiredpencil.com/pictures-2023/animated-any-questions-images" TargetMode="External"/><Relationship Id="rId5" Type="http://schemas.openxmlformats.org/officeDocument/2006/relationships/image" Target="../media/image13.bin"/><Relationship Id="rId4" Type="http://schemas.openxmlformats.org/officeDocument/2006/relationships/hyperlink" Target="https://utpaqp.edu.pe/post/thank-you-colouring-pages-colouring-pages-coloring-pages-coloring/thank-you-card-draw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</a:t>
            </a:r>
            <a:r>
              <a:rPr lang="en-IN" sz="4400" b="1" dirty="0" err="1">
                <a:solidFill>
                  <a:schemeClr val="bg1"/>
                </a:solidFill>
              </a:rPr>
              <a:t>SalesMatrix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IN" sz="2000" dirty="0">
                <a:solidFill>
                  <a:schemeClr val="accent1"/>
                </a:solidFill>
              </a:rPr>
              <a:t>Data Analysis &amp; PivotTable Insights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889402" y="5974976"/>
            <a:ext cx="6278880" cy="74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EB8C7"/>
                </a:solidFill>
                <a:latin typeface="Yatra_One"/>
                <a:cs typeface="Arial" pitchFamily="34" charset="-120"/>
              </a:rPr>
              <a:t>Project By Abhinav Shirke</a:t>
            </a:r>
            <a:endParaRPr lang="en-US" sz="1600" b="1" dirty="0">
              <a:latin typeface="Yatra_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9C9D0F-27BD-4D7C-AA75-712CFC61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1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9F233-F4A6-4C0A-81E9-6EB3B38C6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50"/>
            <a:ext cx="12192000" cy="681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1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D4126-77E0-4A97-A0B5-C12D695ED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5" y="0"/>
            <a:ext cx="121270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7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CCD03C-B715-4E5C-B6D4-1B691377A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3"/>
            <a:ext cx="12192000" cy="682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1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05E51-4782-4F4F-B49C-7839300F3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7BCBA5-850A-4EA6-A36B-84FA2877F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049"/>
            <a:ext cx="12192000" cy="643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54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F4C14-E8AB-402F-ACEE-EBA17532A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2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BE3BBA-15E3-4D48-9E1B-E429A400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00" y="1210236"/>
            <a:ext cx="11065199" cy="511884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84AE6D9-1988-42A3-8CE8-E44AF7102C01}"/>
              </a:ext>
            </a:extLst>
          </p:cNvPr>
          <p:cNvSpPr/>
          <p:nvPr/>
        </p:nvSpPr>
        <p:spPr>
          <a:xfrm>
            <a:off x="3609191" y="304801"/>
            <a:ext cx="5274833" cy="815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665816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Screenshots — All 3 Views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Data!A1:H367 source, sliced with the Date / Item / Region slicers.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949440" cy="3246120"/>
          </a:xfrm>
          <a:prstGeom prst="roundRect">
            <a:avLst>
              <a:gd name="adj" fmla="val 1408"/>
            </a:avLst>
          </a:prstGeom>
          <a:solidFill>
            <a:srgbClr val="F4F6F8"/>
          </a:solidFill>
          <a:ln/>
        </p:spPr>
      </p:sp>
      <p:pic>
        <p:nvPicPr>
          <p:cNvPr id="5" name="Image 0" descr="/home/claude/src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463040"/>
            <a:ext cx="6675120" cy="3063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160520" cy="1554480"/>
          </a:xfrm>
          <a:prstGeom prst="roundRect">
            <a:avLst>
              <a:gd name="adj" fmla="val 2941"/>
            </a:avLst>
          </a:prstGeom>
          <a:solidFill>
            <a:srgbClr val="F4F6F8"/>
          </a:solidFill>
          <a:ln/>
        </p:spPr>
      </p:sp>
      <p:pic>
        <p:nvPicPr>
          <p:cNvPr id="7" name="Image 1" descr="/home/claude/src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35240" y="1444752"/>
            <a:ext cx="3977640" cy="14081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3063240"/>
            <a:ext cx="4160520" cy="1554480"/>
          </a:xfrm>
          <a:prstGeom prst="roundRect">
            <a:avLst>
              <a:gd name="adj" fmla="val 2941"/>
            </a:avLst>
          </a:prstGeom>
          <a:solidFill>
            <a:srgbClr val="F4F6F8"/>
          </a:solidFill>
          <a:ln/>
        </p:spPr>
      </p:sp>
      <p:pic>
        <p:nvPicPr>
          <p:cNvPr id="9" name="Image 2" descr="/home/claude/src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35240" y="3136392"/>
            <a:ext cx="3977640" cy="140817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371600"/>
            <a:ext cx="292608" cy="29260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1" name="Text 6"/>
          <p:cNvSpPr/>
          <p:nvPr/>
        </p:nvSpPr>
        <p:spPr>
          <a:xfrm>
            <a:off x="457200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543800" y="1371600"/>
            <a:ext cx="292608" cy="29260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3" name="Text 8"/>
          <p:cNvSpPr/>
          <p:nvPr/>
        </p:nvSpPr>
        <p:spPr>
          <a:xfrm>
            <a:off x="7543800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543800" y="3063240"/>
            <a:ext cx="292608" cy="29260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5" name="Text 10"/>
          <p:cNvSpPr/>
          <p:nvPr/>
        </p:nvSpPr>
        <p:spPr>
          <a:xfrm>
            <a:off x="754380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8640" y="475488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000"/>
              </a:lnSpc>
              <a:buAutoNum type="arabicPlain"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Salesman × Region (East/South), Sum of Price, with Date/Item/Region slicers — donut chart alongside.   </a:t>
            </a:r>
          </a:p>
          <a:p>
            <a:pPr marL="228600" indent="-228600">
              <a:lnSpc>
                <a:spcPts val="2000"/>
              </a:lnSpc>
              <a:buAutoNum type="arabicPlain"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Region-level Sum of Amount (East 1,38,300 · South 31,200) with a 3D column chart.   </a:t>
            </a:r>
            <a:endParaRPr lang="en-US" sz="1200" b="1" dirty="0">
              <a:solidFill>
                <a:srgbClr val="1B8A8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lnSpc>
                <a:spcPts val="2000"/>
              </a:lnSpc>
              <a:buAutoNum type="arabicPlain"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regions broken down by Qty &amp; Amount per salesman, with a horizontal bar chart.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are just different Rows/Values choices on the same pivot cache — that's why East + South always foots to the same Grand Total (30,900 / 1,69,500) across views.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191" y="995083"/>
            <a:ext cx="5274833" cy="187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E7DB9-B2A7-436B-AD9A-93B2FF639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9191" y="-499782"/>
            <a:ext cx="4863353" cy="4863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39F997-D97A-481E-B45C-D8B21E4A8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142263" y="3429000"/>
            <a:ext cx="6385798" cy="3288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138</Words>
  <Application>Microsoft Office PowerPoint</Application>
  <PresentationFormat>Widescreen</PresentationFormat>
  <Paragraphs>16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Yatra_One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Shirke</cp:lastModifiedBy>
  <cp:revision>7</cp:revision>
  <dcterms:created xsi:type="dcterms:W3CDTF">2026-08-08T07:14:55Z</dcterms:created>
  <dcterms:modified xsi:type="dcterms:W3CDTF">2026-10-07T10:42:26Z</dcterms:modified>
</cp:coreProperties>
</file>